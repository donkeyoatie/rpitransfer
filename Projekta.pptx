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7" r:id="rId1"/>
  </p:sldMasterIdLst>
  <p:notesMasterIdLst>
    <p:notesMasterId r:id="rId8"/>
  </p:notesMasterIdLst>
  <p:sldIdLst>
    <p:sldId id="256" r:id="rId2"/>
    <p:sldId id="269" r:id="rId3"/>
    <p:sldId id="266" r:id="rId4"/>
    <p:sldId id="268" r:id="rId5"/>
    <p:sldId id="267" r:id="rId6"/>
    <p:sldId id="264"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020" autoAdjust="0"/>
  </p:normalViewPr>
  <p:slideViewPr>
    <p:cSldViewPr snapToGrid="0" snapToObjects="1">
      <p:cViewPr varScale="1">
        <p:scale>
          <a:sx n="80" d="100"/>
          <a:sy n="80" d="100"/>
        </p:scale>
        <p:origin x="-1800"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interSettings" Target="printerSettings/printerSettings1.bin"/><Relationship Id="rId1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AF71B3-63A8-AC46-9AA3-39CBDF692DAC}" type="datetimeFigureOut">
              <a:rPr lang="en-US" smtClean="0"/>
              <a:t>4/28/13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FABF693-B3AB-C541-9823-F2B3943FCA61}" type="slidenum">
              <a:rPr lang="en-US" smtClean="0"/>
              <a:t>‹#›</a:t>
            </a:fld>
            <a:endParaRPr lang="en-US"/>
          </a:p>
        </p:txBody>
      </p:sp>
    </p:spTree>
    <p:extLst>
      <p:ext uri="{BB962C8B-B14F-4D97-AF65-F5344CB8AC3E}">
        <p14:creationId xmlns:p14="http://schemas.microsoft.com/office/powerpoint/2010/main" val="399814104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Pijector</a:t>
            </a:r>
            <a:endParaRPr lang="en-US" dirty="0" smtClean="0"/>
          </a:p>
          <a:p>
            <a:r>
              <a:rPr lang="en-US" dirty="0" smtClean="0"/>
              <a:t>Pi Projector</a:t>
            </a:r>
          </a:p>
          <a:p>
            <a:r>
              <a:rPr lang="en-US" dirty="0" err="1" smtClean="0"/>
              <a:t>Cloudjector</a:t>
            </a:r>
            <a:endParaRPr lang="en-US" dirty="0" smtClean="0"/>
          </a:p>
          <a:p>
            <a:r>
              <a:rPr lang="en-US" dirty="0" smtClean="0"/>
              <a:t>Maybe</a:t>
            </a:r>
            <a:r>
              <a:rPr lang="en-US" baseline="0" dirty="0" smtClean="0"/>
              <a:t> something about throwing away adapters/connectors?</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7FABF693-B3AB-C541-9823-F2B3943FCA61}" type="slidenum">
              <a:rPr lang="en-US" smtClean="0"/>
              <a:t>1</a:t>
            </a:fld>
            <a:endParaRPr lang="en-US"/>
          </a:p>
        </p:txBody>
      </p:sp>
    </p:spTree>
    <p:extLst>
      <p:ext uri="{BB962C8B-B14F-4D97-AF65-F5344CB8AC3E}">
        <p14:creationId xmlns:p14="http://schemas.microsoft.com/office/powerpoint/2010/main" val="2518841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7FABF693-B3AB-C541-9823-F2B3943FCA61}" type="slidenum">
              <a:rPr lang="en-US" smtClean="0"/>
              <a:t>2</a:t>
            </a:fld>
            <a:endParaRPr lang="en-US" dirty="0"/>
          </a:p>
        </p:txBody>
      </p:sp>
    </p:spTree>
    <p:extLst>
      <p:ext uri="{BB962C8B-B14F-4D97-AF65-F5344CB8AC3E}">
        <p14:creationId xmlns:p14="http://schemas.microsoft.com/office/powerpoint/2010/main" val="1602415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“As if standing</a:t>
            </a:r>
            <a:r>
              <a:rPr lang="en-US" baseline="0" dirty="0" smtClean="0"/>
              <a:t> up here isn’t bad enough, presenters also have to deal with the stress of wondering whether or not their presentation will work. Currently, presenters fumble with flash drives and various connectors just to get their presentation on a screen, which always seems to be a problem. There is nothing worse than dealing with technological issues in front of a large crowd.”</a:t>
            </a:r>
          </a:p>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smtClean="0"/>
              <a:t>Security issue</a:t>
            </a:r>
            <a:endParaRPr lang="en-US" dirty="0"/>
          </a:p>
        </p:txBody>
      </p:sp>
      <p:sp>
        <p:nvSpPr>
          <p:cNvPr id="4" name="Slide Number Placeholder 3"/>
          <p:cNvSpPr>
            <a:spLocks noGrp="1"/>
          </p:cNvSpPr>
          <p:nvPr>
            <p:ph type="sldNum" sz="quarter" idx="10"/>
          </p:nvPr>
        </p:nvSpPr>
        <p:spPr/>
        <p:txBody>
          <a:bodyPr/>
          <a:lstStyle/>
          <a:p>
            <a:fld id="{7FABF693-B3AB-C541-9823-F2B3943FCA61}" type="slidenum">
              <a:rPr lang="en-US" smtClean="0"/>
              <a:t>3</a:t>
            </a:fld>
            <a:endParaRPr lang="en-US" dirty="0"/>
          </a:p>
        </p:txBody>
      </p:sp>
    </p:spTree>
    <p:extLst>
      <p:ext uri="{BB962C8B-B14F-4D97-AF65-F5344CB8AC3E}">
        <p14:creationId xmlns:p14="http://schemas.microsoft.com/office/powerpoint/2010/main" val="1602415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7FABF693-B3AB-C541-9823-F2B3943FCA61}" type="slidenum">
              <a:rPr lang="en-US" smtClean="0"/>
              <a:t>4</a:t>
            </a:fld>
            <a:endParaRPr lang="en-US" dirty="0"/>
          </a:p>
        </p:txBody>
      </p:sp>
    </p:spTree>
    <p:extLst>
      <p:ext uri="{BB962C8B-B14F-4D97-AF65-F5344CB8AC3E}">
        <p14:creationId xmlns:p14="http://schemas.microsoft.com/office/powerpoint/2010/main" val="16024157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Specifically, Asia and emerging markets have displayed significant unit shipment growth, which is expected to continue in the future. (from Epson 2012 Annual Report).</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In</a:t>
            </a:r>
            <a:r>
              <a:rPr lang="en-US" baseline="0" dirty="0" smtClean="0"/>
              <a:t> 2012, Epson dominated the US projector market with 34% of unit sales.</a:t>
            </a:r>
            <a:endParaRPr lang="en-US" dirty="0"/>
          </a:p>
        </p:txBody>
      </p:sp>
      <p:sp>
        <p:nvSpPr>
          <p:cNvPr id="4" name="Slide Number Placeholder 3"/>
          <p:cNvSpPr>
            <a:spLocks noGrp="1"/>
          </p:cNvSpPr>
          <p:nvPr>
            <p:ph type="sldNum" sz="quarter" idx="10"/>
          </p:nvPr>
        </p:nvSpPr>
        <p:spPr/>
        <p:txBody>
          <a:bodyPr/>
          <a:lstStyle/>
          <a:p>
            <a:fld id="{7FABF693-B3AB-C541-9823-F2B3943FCA61}" type="slidenum">
              <a:rPr lang="en-US" smtClean="0"/>
              <a:t>5</a:t>
            </a:fld>
            <a:endParaRPr lang="en-US" dirty="0"/>
          </a:p>
        </p:txBody>
      </p:sp>
    </p:spTree>
    <p:extLst>
      <p:ext uri="{BB962C8B-B14F-4D97-AF65-F5344CB8AC3E}">
        <p14:creationId xmlns:p14="http://schemas.microsoft.com/office/powerpoint/2010/main" val="1602415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err="1" smtClean="0"/>
              <a:t>Viableware</a:t>
            </a:r>
            <a:r>
              <a:rPr lang="en-US" dirty="0" smtClean="0"/>
              <a:t>, the U.S. based software and hardware manufacturer that created the Rail, a digital billfold that enables at-the-table payments, raised $1M in seed funding and has experienced substantial growth by providing full-service hardware and software support for a single monthly charge.</a:t>
            </a:r>
          </a:p>
        </p:txBody>
      </p:sp>
      <p:sp>
        <p:nvSpPr>
          <p:cNvPr id="4" name="Slide Number Placeholder 3"/>
          <p:cNvSpPr>
            <a:spLocks noGrp="1"/>
          </p:cNvSpPr>
          <p:nvPr>
            <p:ph type="sldNum" sz="quarter" idx="10"/>
          </p:nvPr>
        </p:nvSpPr>
        <p:spPr/>
        <p:txBody>
          <a:bodyPr/>
          <a:lstStyle/>
          <a:p>
            <a:fld id="{7FABF693-B3AB-C541-9823-F2B3943FCA61}" type="slidenum">
              <a:rPr lang="en-US" smtClean="0"/>
              <a:t>6</a:t>
            </a:fld>
            <a:endParaRPr lang="en-US"/>
          </a:p>
        </p:txBody>
      </p:sp>
    </p:spTree>
    <p:extLst>
      <p:ext uri="{BB962C8B-B14F-4D97-AF65-F5344CB8AC3E}">
        <p14:creationId xmlns:p14="http://schemas.microsoft.com/office/powerpoint/2010/main" val="824813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528211"/>
            <a:ext cx="7164727" cy="631471"/>
          </a:xfrm>
          <a:prstGeom prst="rect">
            <a:avLst/>
          </a:prstGeom>
        </p:spPr>
        <p:txBody>
          <a:bodyPr/>
          <a:lstStyle/>
          <a:p>
            <a:r>
              <a:rPr lang="en-US" dirty="0" smtClean="0"/>
              <a:t>Click to edit style</a:t>
            </a:r>
            <a:endParaRPr dirty="0"/>
          </a:p>
        </p:txBody>
      </p:sp>
      <p:sp>
        <p:nvSpPr>
          <p:cNvPr id="3" name="Subtitle 2"/>
          <p:cNvSpPr>
            <a:spLocks noGrp="1"/>
          </p:cNvSpPr>
          <p:nvPr>
            <p:ph type="subTitle" idx="1"/>
          </p:nvPr>
        </p:nvSpPr>
        <p:spPr>
          <a:xfrm>
            <a:off x="914400" y="3034553"/>
            <a:ext cx="8001000" cy="3823447"/>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292608" tIns="91440" rIns="274320" bIns="91440" rtlCol="0" anchor="t" anchorCtr="0">
            <a:normAutofit/>
          </a:bodyPr>
          <a:lstStyle>
            <a:lvl1pPr marL="0" indent="0" algn="l" defTabSz="914400" rtl="0" eaLnBrk="1" latinLnBrk="0" hangingPunct="1">
              <a:spcBef>
                <a:spcPts val="2000"/>
              </a:spcBef>
              <a:buClr>
                <a:schemeClr val="accent1"/>
              </a:buClr>
              <a:buFont typeface="Wingdings 2" pitchFamily="18" charset="2"/>
              <a:buNone/>
              <a:defRPr sz="18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6" name="Slide Number Placeholder 5"/>
          <p:cNvSpPr>
            <a:spLocks noGrp="1"/>
          </p:cNvSpPr>
          <p:nvPr>
            <p:ph type="sldNum" sz="quarter" idx="12"/>
          </p:nvPr>
        </p:nvSpPr>
        <p:spPr/>
        <p:txBody>
          <a:bodyPr/>
          <a:lstStyle/>
          <a:p>
            <a:fld id="{E7D5A98A-38CE-8B46-8E34-1E7EA119472E}"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86818" y="530198"/>
            <a:ext cx="6364045" cy="615678"/>
          </a:xfrm>
          <a:prstGeom prst="rect">
            <a:avLst/>
          </a:prstGeom>
        </p:spPr>
        <p:txBody>
          <a:bodyPr/>
          <a:lstStyle/>
          <a:p>
            <a:r>
              <a:rPr lang="en-US" dirty="0" smtClean="0"/>
              <a:t>Click to edit style</a:t>
            </a:r>
            <a:endParaRPr dirty="0"/>
          </a:p>
        </p:txBody>
      </p:sp>
      <p:sp>
        <p:nvSpPr>
          <p:cNvPr id="3" name="Content Placeholder 2"/>
          <p:cNvSpPr>
            <a:spLocks noGrp="1"/>
          </p:cNvSpPr>
          <p:nvPr>
            <p:ph idx="1"/>
          </p:nvPr>
        </p:nvSpPr>
        <p:spPr/>
        <p:txBody>
          <a:bodyPr/>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6" name="Slide Number Placeholder 5"/>
          <p:cNvSpPr>
            <a:spLocks noGrp="1"/>
          </p:cNvSpPr>
          <p:nvPr>
            <p:ph type="sldNum" sz="quarter" idx="12"/>
          </p:nvPr>
        </p:nvSpPr>
        <p:spPr/>
        <p:txBody>
          <a:bodyPr/>
          <a:lstStyle/>
          <a:p>
            <a:fld id="{E7D5A98A-38CE-8B46-8E34-1E7EA119472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0" y="5025435"/>
            <a:ext cx="8915400" cy="914400"/>
          </a:xfrm>
          <a:prstGeom prst="rect">
            <a:avLst/>
          </a:prstGeom>
        </p:spPr>
        <p:txBody>
          <a:bodyPr/>
          <a:lstStyle/>
          <a:p>
            <a:r>
              <a:rPr lang="en-US" smtClean="0"/>
              <a:t>Click to edit Master title style</a:t>
            </a:r>
            <a:endParaRPr/>
          </a:p>
        </p:txBody>
      </p:sp>
      <p:sp>
        <p:nvSpPr>
          <p:cNvPr id="3" name="Subtitle 2"/>
          <p:cNvSpPr>
            <a:spLocks noGrp="1"/>
          </p:cNvSpPr>
          <p:nvPr>
            <p:ph type="subTitle" idx="1"/>
          </p:nvPr>
        </p:nvSpPr>
        <p:spPr>
          <a:xfrm>
            <a:off x="914400" y="5943600"/>
            <a:ext cx="8001000" cy="914400"/>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91440" rIns="274320" bIns="91440" rtlCol="0" anchor="t" anchorCtr="0"/>
          <a:lstStyle>
            <a:lvl1pPr marL="0" indent="0" algn="l" defTabSz="914400" rtl="0" eaLnBrk="1" latinLnBrk="0" hangingPunct="1">
              <a:spcBef>
                <a:spcPts val="300"/>
              </a:spcBef>
              <a:buNone/>
              <a:defRPr sz="18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a:xfrm>
            <a:off x="6580094" y="188259"/>
            <a:ext cx="2133600" cy="365125"/>
          </a:xfrm>
          <a:prstGeom prst="rect">
            <a:avLst/>
          </a:prstGeom>
        </p:spPr>
        <p:txBody>
          <a:bodyPr/>
          <a:lstStyle/>
          <a:p>
            <a:fld id="{E1A3773D-66B1-AE4D-A4CE-9E3A6D528BD5}" type="datetimeFigureOut">
              <a:rPr lang="en-US" smtClean="0"/>
              <a:t>4/28/13</a:t>
            </a:fld>
            <a:endParaRPr lang="en-US"/>
          </a:p>
        </p:txBody>
      </p:sp>
      <p:sp>
        <p:nvSpPr>
          <p:cNvPr id="5" name="Footer Placeholder 4"/>
          <p:cNvSpPr>
            <a:spLocks noGrp="1"/>
          </p:cNvSpPr>
          <p:nvPr>
            <p:ph type="ftr" sz="quarter" idx="11"/>
          </p:nvPr>
        </p:nvSpPr>
        <p:spPr>
          <a:xfrm>
            <a:off x="1120588" y="188259"/>
            <a:ext cx="2895600" cy="365125"/>
          </a:xfrm>
          <a:prstGeom prst="rect">
            <a:avLst/>
          </a:prstGeom>
        </p:spPr>
        <p:txBody>
          <a:bodyPr/>
          <a:lstStyle/>
          <a:p>
            <a:endParaRPr lang="en-US"/>
          </a:p>
        </p:txBody>
      </p:sp>
      <p:sp>
        <p:nvSpPr>
          <p:cNvPr id="9" name="Picture Placeholder 8"/>
          <p:cNvSpPr>
            <a:spLocks noGrp="1"/>
          </p:cNvSpPr>
          <p:nvPr>
            <p:ph type="pic" sz="quarter" idx="13"/>
          </p:nvPr>
        </p:nvSpPr>
        <p:spPr>
          <a:xfrm>
            <a:off x="927100" y="1129553"/>
            <a:ext cx="7988300" cy="3886200"/>
          </a:xfrm>
        </p:spPr>
        <p:txBody>
          <a:bodyPr>
            <a:normAutofit/>
          </a:bodyPr>
          <a:lstStyle>
            <a:lvl1pPr marL="0" indent="0">
              <a:buNone/>
              <a:defRPr sz="1800"/>
            </a:lvl1pPr>
          </a:lstStyle>
          <a:p>
            <a:r>
              <a:rPr lang="en-US" smtClean="0"/>
              <a:t>Drag picture to placeholder or click icon to add</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3200399"/>
            <a:ext cx="8915400" cy="2286000"/>
          </a:xfrm>
          <a:prstGeom prst="rect">
            <a:avLst/>
          </a:prstGeom>
          <a:solidFill>
            <a:schemeClr val="tx2"/>
          </a:solidFill>
        </p:spPr>
        <p:txBody>
          <a:bodyPr vert="horz" lIns="1188720" tIns="45720" rIns="274320" bIns="45720" rtlCol="0" anchor="b" anchorCtr="0">
            <a:normAutofit/>
          </a:bodyPr>
          <a:lstStyle>
            <a:lvl1pPr marL="0" indent="0" algn="l" defTabSz="914400" rtl="0" eaLnBrk="1" latinLnBrk="0" hangingPunct="1">
              <a:spcBef>
                <a:spcPct val="0"/>
              </a:spcBef>
              <a:buNone/>
              <a:defRPr sz="3600" kern="1200">
                <a:solidFill>
                  <a:schemeClr val="bg1"/>
                </a:solidFill>
                <a:latin typeface="+mj-lt"/>
                <a:ea typeface="+mj-ea"/>
                <a:cs typeface="+mj-cs"/>
              </a:defRPr>
            </a:lvl1pPr>
          </a:lstStyle>
          <a:p>
            <a:r>
              <a:rPr lang="en-US" smtClean="0"/>
              <a:t>Click to edit Master title style</a:t>
            </a:r>
            <a:endParaRPr/>
          </a:p>
        </p:txBody>
      </p:sp>
      <p:sp>
        <p:nvSpPr>
          <p:cNvPr id="3" name="Text Placeholder 2"/>
          <p:cNvSpPr>
            <a:spLocks noGrp="1"/>
          </p:cNvSpPr>
          <p:nvPr>
            <p:ph type="body" idx="1"/>
          </p:nvPr>
        </p:nvSpPr>
        <p:spPr>
          <a:xfrm>
            <a:off x="914400" y="5484607"/>
            <a:ext cx="8001000" cy="777240"/>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292608" tIns="91440" rIns="274320" bIns="91440" rtlCol="0" anchor="ctr" anchorCtr="0">
            <a:normAutofit/>
          </a:bodyPr>
          <a:lstStyle>
            <a:lvl1pPr marL="0" indent="0" algn="l" defTabSz="914400" rtl="0" eaLnBrk="1" latinLnBrk="0" hangingPunct="1">
              <a:spcBef>
                <a:spcPts val="300"/>
              </a:spcBef>
              <a:buClr>
                <a:schemeClr val="accent1"/>
              </a:buClr>
              <a:buFont typeface="Wingdings 2" pitchFamily="18" charset="2"/>
              <a:buNone/>
              <a:defRPr sz="1800" kern="1200">
                <a:solidFill>
                  <a:schemeClr val="tx1">
                    <a:lumMod val="65000"/>
                    <a:lumOff val="35000"/>
                  </a:schemeClr>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580094" y="188259"/>
            <a:ext cx="2133600" cy="365125"/>
          </a:xfrm>
          <a:prstGeom prst="rect">
            <a:avLst/>
          </a:prstGeom>
        </p:spPr>
        <p:txBody>
          <a:bodyPr/>
          <a:lstStyle/>
          <a:p>
            <a:fld id="{E1A3773D-66B1-AE4D-A4CE-9E3A6D528BD5}" type="datetimeFigureOut">
              <a:rPr lang="en-US" smtClean="0"/>
              <a:t>4/28/13</a:t>
            </a:fld>
            <a:endParaRPr lang="en-US"/>
          </a:p>
        </p:txBody>
      </p:sp>
      <p:sp>
        <p:nvSpPr>
          <p:cNvPr id="5" name="Footer Placeholder 4"/>
          <p:cNvSpPr>
            <a:spLocks noGrp="1"/>
          </p:cNvSpPr>
          <p:nvPr>
            <p:ph type="ftr" sz="quarter" idx="11"/>
          </p:nvPr>
        </p:nvSpPr>
        <p:spPr>
          <a:xfrm>
            <a:off x="1120588" y="188259"/>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E7D5A98A-38CE-8B46-8E34-1E7EA119472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123856"/>
            <a:ext cx="8913813" cy="914400"/>
          </a:xfrm>
          <a:prstGeom prst="rect">
            <a:avLst/>
          </a:prstGeom>
        </p:spPr>
        <p:txBody>
          <a:bodyPr/>
          <a:lstStyle/>
          <a:p>
            <a:r>
              <a:rPr lang="en-US" smtClean="0"/>
              <a:t>Click to edit Master title style</a:t>
            </a:r>
            <a:endParaRPr/>
          </a:p>
        </p:txBody>
      </p:sp>
      <p:sp>
        <p:nvSpPr>
          <p:cNvPr id="3" name="Content Placeholder 2"/>
          <p:cNvSpPr>
            <a:spLocks noGrp="1"/>
          </p:cNvSpPr>
          <p:nvPr>
            <p:ph sz="half" idx="1"/>
          </p:nvPr>
        </p:nvSpPr>
        <p:spPr>
          <a:xfrm>
            <a:off x="1117600" y="2595563"/>
            <a:ext cx="3566160" cy="3681412"/>
          </a:xfrm>
        </p:spPr>
        <p:txBody>
          <a:bodyPr>
            <a:normAutofit/>
          </a:bodyPr>
          <a:lstStyle>
            <a:lvl1pPr>
              <a:defRPr sz="1800"/>
            </a:lvl1pPr>
            <a:lvl2pPr>
              <a:defRPr sz="1800"/>
            </a:lvl2pPr>
            <a:lvl3pPr>
              <a:defRPr sz="1800"/>
            </a:lvl3pPr>
            <a:lvl4pPr>
              <a:defRPr sz="1800"/>
            </a:lvl4pPr>
            <a:lvl5pPr>
              <a:defRPr sz="1800"/>
            </a:lvl5pPr>
            <a:lvl6pPr marL="2055813" indent="-344488">
              <a:defRPr sz="1800"/>
            </a:lvl6pPr>
            <a:lvl7pPr marL="2055813" indent="-344488">
              <a:defRPr sz="1800"/>
            </a:lvl7pPr>
            <a:lvl8pPr marL="2055813" indent="-344488">
              <a:defRPr sz="1800"/>
            </a:lvl8pPr>
            <a:lvl9pPr marL="2055813" indent="-344488">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Content Placeholder 3"/>
          <p:cNvSpPr>
            <a:spLocks noGrp="1"/>
          </p:cNvSpPr>
          <p:nvPr>
            <p:ph sz="half" idx="2"/>
          </p:nvPr>
        </p:nvSpPr>
        <p:spPr>
          <a:xfrm>
            <a:off x="5147534" y="2595563"/>
            <a:ext cx="3566160" cy="3681412"/>
          </a:xfrm>
        </p:spPr>
        <p:txBody>
          <a:bodyPr>
            <a:normAutofit/>
          </a:bodyPr>
          <a:lstStyle>
            <a:lvl1pPr>
              <a:defRPr sz="1800"/>
            </a:lvl1pPr>
            <a:lvl2pPr>
              <a:defRPr sz="1800"/>
            </a:lvl2pPr>
            <a:lvl3pPr>
              <a:defRPr sz="1800"/>
            </a:lvl3pPr>
            <a:lvl4pPr>
              <a:defRPr sz="1800"/>
            </a:lvl4pPr>
            <a:lvl5pPr>
              <a:defRPr sz="1800"/>
            </a:lvl5pPr>
            <a:lvl6pPr marL="2055813" indent="-344488">
              <a:defRPr sz="1800"/>
            </a:lvl6pPr>
            <a:lvl7pPr marL="2055813" indent="-344488">
              <a:defRPr sz="1800"/>
            </a:lvl7pPr>
            <a:lvl8pPr marL="2055813" indent="-344488">
              <a:defRPr sz="1800"/>
            </a:lvl8pPr>
            <a:lvl9pPr marL="2055813" indent="-344488">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a:xfrm>
            <a:off x="6580094" y="188259"/>
            <a:ext cx="2133600" cy="365125"/>
          </a:xfrm>
          <a:prstGeom prst="rect">
            <a:avLst/>
          </a:prstGeom>
        </p:spPr>
        <p:txBody>
          <a:bodyPr/>
          <a:lstStyle/>
          <a:p>
            <a:fld id="{E1A3773D-66B1-AE4D-A4CE-9E3A6D528BD5}" type="datetimeFigureOut">
              <a:rPr lang="en-US" smtClean="0"/>
              <a:t>4/28/13</a:t>
            </a:fld>
            <a:endParaRPr lang="en-US"/>
          </a:p>
        </p:txBody>
      </p:sp>
      <p:sp>
        <p:nvSpPr>
          <p:cNvPr id="6" name="Footer Placeholder 5"/>
          <p:cNvSpPr>
            <a:spLocks noGrp="1"/>
          </p:cNvSpPr>
          <p:nvPr>
            <p:ph type="ftr" sz="quarter" idx="11"/>
          </p:nvPr>
        </p:nvSpPr>
        <p:spPr>
          <a:xfrm>
            <a:off x="1120588" y="188259"/>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E7D5A98A-38CE-8B46-8E34-1E7EA119472E}"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0" y="1123856"/>
            <a:ext cx="8913813" cy="914400"/>
          </a:xfrm>
          <a:prstGeom prst="rect">
            <a:avLst/>
          </a:prstGeom>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1120588" y="2017713"/>
            <a:ext cx="3566160" cy="877887"/>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20588" y="3065929"/>
            <a:ext cx="3566160" cy="3211046"/>
          </a:xfrm>
        </p:spPr>
        <p:txBody>
          <a:bodyPr>
            <a:normAutofit/>
          </a:bodyPr>
          <a:lstStyle>
            <a:lvl1pPr>
              <a:defRPr sz="1800"/>
            </a:lvl1pPr>
            <a:lvl2pPr>
              <a:defRPr sz="1800"/>
            </a:lvl2pPr>
            <a:lvl3pPr>
              <a:defRPr sz="1800"/>
            </a:lvl3pPr>
            <a:lvl4pPr>
              <a:defRPr sz="1800"/>
            </a:lvl4pPr>
            <a:lvl5pPr>
              <a:defRPr sz="1800"/>
            </a:lvl5pPr>
            <a:lvl6pPr marL="2055813" indent="-344488">
              <a:defRPr sz="1600"/>
            </a:lvl6pPr>
            <a:lvl7pPr marL="2055813" indent="-344488">
              <a:defRPr sz="1600"/>
            </a:lvl7pPr>
            <a:lvl8pPr marL="2055813" indent="-344488">
              <a:defRPr sz="1600"/>
            </a:lvl8pPr>
            <a:lvl9pPr marL="2055813" indent="-344488">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Text Placeholder 4"/>
          <p:cNvSpPr>
            <a:spLocks noGrp="1"/>
          </p:cNvSpPr>
          <p:nvPr>
            <p:ph type="body" sz="quarter" idx="3"/>
          </p:nvPr>
        </p:nvSpPr>
        <p:spPr>
          <a:xfrm>
            <a:off x="5147534" y="2017713"/>
            <a:ext cx="3566160" cy="877887"/>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147534" y="3065929"/>
            <a:ext cx="3566160" cy="3211046"/>
          </a:xfrm>
        </p:spPr>
        <p:txBody>
          <a:bodyPr>
            <a:normAutofit/>
          </a:bodyPr>
          <a:lstStyle>
            <a:lvl1pPr>
              <a:defRPr sz="1800"/>
            </a:lvl1pPr>
            <a:lvl2pPr>
              <a:defRPr sz="1800"/>
            </a:lvl2pPr>
            <a:lvl3pPr>
              <a:defRPr sz="1800"/>
            </a:lvl3pPr>
            <a:lvl4pPr>
              <a:defRPr sz="1800"/>
            </a:lvl4pPr>
            <a:lvl5pPr>
              <a:defRPr sz="1800"/>
            </a:lvl5pPr>
            <a:lvl6pPr marL="2055813" indent="-344488">
              <a:defRPr sz="1600"/>
            </a:lvl6pPr>
            <a:lvl7pPr marL="2055813" indent="-344488">
              <a:defRPr sz="1600"/>
            </a:lvl7pPr>
            <a:lvl8pPr marL="2055813" indent="-344488">
              <a:defRPr sz="1600"/>
            </a:lvl8pPr>
            <a:lvl9pPr marL="2055813" indent="-344488">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7" name="Date Placeholder 6"/>
          <p:cNvSpPr>
            <a:spLocks noGrp="1"/>
          </p:cNvSpPr>
          <p:nvPr>
            <p:ph type="dt" sz="half" idx="10"/>
          </p:nvPr>
        </p:nvSpPr>
        <p:spPr>
          <a:xfrm>
            <a:off x="6580094" y="188259"/>
            <a:ext cx="2133600" cy="365125"/>
          </a:xfrm>
          <a:prstGeom prst="rect">
            <a:avLst/>
          </a:prstGeom>
        </p:spPr>
        <p:txBody>
          <a:bodyPr/>
          <a:lstStyle/>
          <a:p>
            <a:fld id="{E1A3773D-66B1-AE4D-A4CE-9E3A6D528BD5}" type="datetimeFigureOut">
              <a:rPr lang="en-US" smtClean="0"/>
              <a:t>4/28/13</a:t>
            </a:fld>
            <a:endParaRPr lang="en-US"/>
          </a:p>
        </p:txBody>
      </p:sp>
      <p:sp>
        <p:nvSpPr>
          <p:cNvPr id="8" name="Footer Placeholder 7"/>
          <p:cNvSpPr>
            <a:spLocks noGrp="1"/>
          </p:cNvSpPr>
          <p:nvPr>
            <p:ph type="ftr" sz="quarter" idx="11"/>
          </p:nvPr>
        </p:nvSpPr>
        <p:spPr>
          <a:xfrm>
            <a:off x="1120588" y="188259"/>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E7D5A98A-38CE-8B46-8E34-1E7EA119472E}" type="slidenum">
              <a:rPr lang="en-US" smtClean="0"/>
              <a:t>‹#›</a:t>
            </a:fld>
            <a:endParaRPr lang="en-US"/>
          </a:p>
        </p:txBody>
      </p:sp>
      <p:cxnSp>
        <p:nvCxnSpPr>
          <p:cNvPr id="11" name="Straight Connector 10"/>
          <p:cNvCxnSpPr/>
          <p:nvPr/>
        </p:nvCxnSpPr>
        <p:spPr>
          <a:xfrm>
            <a:off x="1212028"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238974"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212028"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238974"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212028"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238974"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1123856"/>
            <a:ext cx="8913813" cy="914400"/>
          </a:xfrm>
          <a:prstGeom prst="rect">
            <a:avLst/>
          </a:prstGeom>
        </p:spPr>
        <p:txBody>
          <a:bodyPr/>
          <a:lstStyle/>
          <a:p>
            <a:r>
              <a:rPr lang="en-US" smtClean="0"/>
              <a:t>Click to edit Master title style</a:t>
            </a:r>
            <a:endParaRPr/>
          </a:p>
        </p:txBody>
      </p:sp>
      <p:sp>
        <p:nvSpPr>
          <p:cNvPr id="3" name="Date Placeholder 2"/>
          <p:cNvSpPr>
            <a:spLocks noGrp="1"/>
          </p:cNvSpPr>
          <p:nvPr>
            <p:ph type="dt" sz="half" idx="10"/>
          </p:nvPr>
        </p:nvSpPr>
        <p:spPr>
          <a:xfrm>
            <a:off x="6580094" y="188259"/>
            <a:ext cx="2133600" cy="365125"/>
          </a:xfrm>
          <a:prstGeom prst="rect">
            <a:avLst/>
          </a:prstGeom>
        </p:spPr>
        <p:txBody>
          <a:bodyPr/>
          <a:lstStyle/>
          <a:p>
            <a:fld id="{E1A3773D-66B1-AE4D-A4CE-9E3A6D528BD5}" type="datetimeFigureOut">
              <a:rPr lang="en-US" smtClean="0"/>
              <a:t>4/28/13</a:t>
            </a:fld>
            <a:endParaRPr lang="en-US"/>
          </a:p>
        </p:txBody>
      </p:sp>
      <p:sp>
        <p:nvSpPr>
          <p:cNvPr id="4" name="Footer Placeholder 3"/>
          <p:cNvSpPr>
            <a:spLocks noGrp="1"/>
          </p:cNvSpPr>
          <p:nvPr>
            <p:ph type="ftr" sz="quarter" idx="11"/>
          </p:nvPr>
        </p:nvSpPr>
        <p:spPr>
          <a:xfrm>
            <a:off x="1120588" y="188259"/>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E7D5A98A-38CE-8B46-8E34-1E7EA119472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580094" y="188259"/>
            <a:ext cx="2133600" cy="365125"/>
          </a:xfrm>
          <a:prstGeom prst="rect">
            <a:avLst/>
          </a:prstGeom>
        </p:spPr>
        <p:txBody>
          <a:bodyPr/>
          <a:lstStyle/>
          <a:p>
            <a:fld id="{E1A3773D-66B1-AE4D-A4CE-9E3A6D528BD5}" type="datetimeFigureOut">
              <a:rPr lang="en-US" smtClean="0"/>
              <a:t>4/28/13</a:t>
            </a:fld>
            <a:endParaRPr lang="en-US"/>
          </a:p>
        </p:txBody>
      </p:sp>
      <p:sp>
        <p:nvSpPr>
          <p:cNvPr id="3" name="Footer Placeholder 2"/>
          <p:cNvSpPr>
            <a:spLocks noGrp="1"/>
          </p:cNvSpPr>
          <p:nvPr>
            <p:ph type="ftr" sz="quarter" idx="11"/>
          </p:nvPr>
        </p:nvSpPr>
        <p:spPr>
          <a:xfrm>
            <a:off x="1120588" y="188259"/>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E7D5A98A-38CE-8B46-8E34-1E7EA119472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1124712"/>
            <a:ext cx="8915400" cy="914400"/>
          </a:xfrm>
          <a:prstGeom prst="rect">
            <a:avLst/>
          </a:prstGeom>
          <a:solidFill>
            <a:schemeClr val="tx2"/>
          </a:solidFill>
        </p:spPr>
        <p:txBody>
          <a:bodyPr vert="horz" lIns="1188720" tIns="45720" rIns="274320" bIns="45720" rtlCol="0" anchor="ctr">
            <a:normAutofit/>
          </a:bodyPr>
          <a:lstStyle>
            <a:lvl1pPr marL="0" indent="0" algn="l" defTabSz="914400" rtl="0" eaLnBrk="1" latinLnBrk="0" hangingPunct="1">
              <a:spcBef>
                <a:spcPct val="0"/>
              </a:spcBef>
              <a:buNone/>
              <a:defRPr sz="3600" kern="1200">
                <a:solidFill>
                  <a:schemeClr val="bg1"/>
                </a:solidFill>
                <a:latin typeface="+mj-lt"/>
                <a:ea typeface="+mj-ea"/>
                <a:cs typeface="+mj-cs"/>
              </a:defRPr>
            </a:lvl1pPr>
          </a:lstStyle>
          <a:p>
            <a:r>
              <a:rPr lang="en-US" smtClean="0"/>
              <a:t>Click to edit Master title style</a:t>
            </a:r>
            <a:endParaRPr/>
          </a:p>
        </p:txBody>
      </p:sp>
      <p:sp>
        <p:nvSpPr>
          <p:cNvPr id="3" name="Content Placeholder 2"/>
          <p:cNvSpPr>
            <a:spLocks noGrp="1"/>
          </p:cNvSpPr>
          <p:nvPr>
            <p:ph idx="1"/>
          </p:nvPr>
        </p:nvSpPr>
        <p:spPr>
          <a:xfrm>
            <a:off x="5147534" y="2590800"/>
            <a:ext cx="3566160" cy="3686175"/>
          </a:xfrm>
        </p:spPr>
        <p:txBody>
          <a:bodyPr/>
          <a:lstStyle>
            <a:lvl1pPr>
              <a:defRPr sz="1800"/>
            </a:lvl1pPr>
            <a:lvl2pPr>
              <a:defRPr sz="1800"/>
            </a:lvl2pPr>
            <a:lvl3pPr>
              <a:defRPr sz="1800"/>
            </a:lvl3pPr>
            <a:lvl4pPr>
              <a:defRPr sz="1800"/>
            </a:lvl4pPr>
            <a:lvl5pPr>
              <a:defRPr sz="1800"/>
            </a:lvl5pPr>
            <a:lvl6pPr marL="2055813" indent="-344488">
              <a:defRPr sz="2000"/>
            </a:lvl6pPr>
            <a:lvl7pPr marL="2055813" indent="-344488">
              <a:defRPr sz="2000"/>
            </a:lvl7pPr>
            <a:lvl8pPr marL="2055813" indent="-344488">
              <a:defRPr sz="2000"/>
            </a:lvl8pPr>
            <a:lvl9pPr marL="2055813" indent="-344488">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Text Placeholder 3"/>
          <p:cNvSpPr>
            <a:spLocks noGrp="1"/>
          </p:cNvSpPr>
          <p:nvPr>
            <p:ph type="body" sz="half" idx="2"/>
          </p:nvPr>
        </p:nvSpPr>
        <p:spPr>
          <a:xfrm>
            <a:off x="900952" y="2039111"/>
            <a:ext cx="3566160" cy="4224528"/>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292608" tIns="274320" rIns="274320" bIns="274320" rtlCol="0" anchor="t" anchorCtr="0">
            <a:normAutofit/>
          </a:bodyPr>
          <a:lstStyle>
            <a:lvl1pPr marL="0" indent="0" algn="l" defTabSz="914400" rtl="0" eaLnBrk="1" latinLnBrk="0" hangingPunct="1">
              <a:spcBef>
                <a:spcPts val="2000"/>
              </a:spcBef>
              <a:buClr>
                <a:schemeClr val="accent1"/>
              </a:buClr>
              <a:buFont typeface="Wingdings 2" pitchFamily="18" charset="2"/>
              <a:buNone/>
              <a:defRPr sz="1800" kern="1200">
                <a:solidFill>
                  <a:schemeClr val="tx1">
                    <a:lumMod val="65000"/>
                    <a:lumOff val="35000"/>
                  </a:schemeClr>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6580094" y="188259"/>
            <a:ext cx="2133600" cy="365125"/>
          </a:xfrm>
          <a:prstGeom prst="rect">
            <a:avLst/>
          </a:prstGeom>
        </p:spPr>
        <p:txBody>
          <a:bodyPr/>
          <a:lstStyle/>
          <a:p>
            <a:fld id="{E1A3773D-66B1-AE4D-A4CE-9E3A6D528BD5}" type="datetimeFigureOut">
              <a:rPr lang="en-US" smtClean="0"/>
              <a:t>4/28/13</a:t>
            </a:fld>
            <a:endParaRPr lang="en-US"/>
          </a:p>
        </p:txBody>
      </p:sp>
      <p:sp>
        <p:nvSpPr>
          <p:cNvPr id="6" name="Footer Placeholder 5"/>
          <p:cNvSpPr>
            <a:spLocks noGrp="1"/>
          </p:cNvSpPr>
          <p:nvPr>
            <p:ph type="ftr" sz="quarter" idx="11"/>
          </p:nvPr>
        </p:nvSpPr>
        <p:spPr>
          <a:xfrm>
            <a:off x="1120588" y="188259"/>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E7D5A98A-38CE-8B46-8E34-1E7EA119472E}"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1124712"/>
            <a:ext cx="8915400" cy="914400"/>
          </a:xfrm>
          <a:prstGeom prst="rect">
            <a:avLst/>
          </a:prstGeom>
          <a:solidFill>
            <a:schemeClr val="tx2"/>
          </a:solidFill>
        </p:spPr>
        <p:txBody>
          <a:bodyPr vert="horz" lIns="1188720" tIns="45720" rIns="274320" bIns="45720" rtlCol="0" anchor="ctr">
            <a:normAutofit/>
          </a:bodyPr>
          <a:lstStyle>
            <a:lvl1pPr marL="0" indent="0" algn="l" defTabSz="914400" rtl="0" eaLnBrk="1" latinLnBrk="0" hangingPunct="1">
              <a:spcBef>
                <a:spcPct val="0"/>
              </a:spcBef>
              <a:buNone/>
              <a:defRPr sz="3600" kern="1200">
                <a:solidFill>
                  <a:schemeClr val="bg1"/>
                </a:solidFill>
                <a:latin typeface="+mj-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5487987" y="2048256"/>
            <a:ext cx="3427413" cy="4206240"/>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
        <p:nvSpPr>
          <p:cNvPr id="4" name="Text Placeholder 3"/>
          <p:cNvSpPr>
            <a:spLocks noGrp="1"/>
          </p:cNvSpPr>
          <p:nvPr>
            <p:ph type="body" sz="half" idx="2"/>
          </p:nvPr>
        </p:nvSpPr>
        <p:spPr>
          <a:xfrm>
            <a:off x="914400" y="2039112"/>
            <a:ext cx="4572000" cy="4224528"/>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292608" tIns="274320" rIns="274320" bIns="274320" rtlCol="0" anchor="t" anchorCtr="0">
            <a:normAutofit/>
          </a:bodyPr>
          <a:lstStyle>
            <a:lvl1pPr marL="0" indent="0">
              <a:buNone/>
              <a:defRPr sz="1800" kern="1200">
                <a:solidFill>
                  <a:schemeClr val="tx1">
                    <a:lumMod val="65000"/>
                    <a:lumOff val="35000"/>
                  </a:schemeClr>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l" defTabSz="914400" rtl="0" eaLnBrk="1" latinLnBrk="0" hangingPunct="1">
              <a:spcBef>
                <a:spcPts val="2000"/>
              </a:spcBef>
              <a:buClr>
                <a:schemeClr val="accent1"/>
              </a:buClr>
              <a:buFont typeface="Wingdings 2" pitchFamily="18" charset="2"/>
              <a:buNone/>
            </a:pPr>
            <a:r>
              <a:rPr lang="en-US" smtClean="0"/>
              <a:t>Click to edit Master text styles</a:t>
            </a:r>
          </a:p>
        </p:txBody>
      </p:sp>
      <p:sp>
        <p:nvSpPr>
          <p:cNvPr id="5" name="Date Placeholder 4"/>
          <p:cNvSpPr>
            <a:spLocks noGrp="1"/>
          </p:cNvSpPr>
          <p:nvPr>
            <p:ph type="dt" sz="half" idx="10"/>
          </p:nvPr>
        </p:nvSpPr>
        <p:spPr>
          <a:xfrm>
            <a:off x="6580094" y="188259"/>
            <a:ext cx="2133600" cy="365125"/>
          </a:xfrm>
          <a:prstGeom prst="rect">
            <a:avLst/>
          </a:prstGeom>
        </p:spPr>
        <p:txBody>
          <a:bodyPr/>
          <a:lstStyle/>
          <a:p>
            <a:fld id="{E1A3773D-66B1-AE4D-A4CE-9E3A6D528BD5}" type="datetimeFigureOut">
              <a:rPr lang="en-US" smtClean="0"/>
              <a:t>4/28/13</a:t>
            </a:fld>
            <a:endParaRPr lang="en-US"/>
          </a:p>
        </p:txBody>
      </p:sp>
      <p:sp>
        <p:nvSpPr>
          <p:cNvPr id="6" name="Footer Placeholder 5"/>
          <p:cNvSpPr>
            <a:spLocks noGrp="1"/>
          </p:cNvSpPr>
          <p:nvPr>
            <p:ph type="ftr" sz="quarter" idx="11"/>
          </p:nvPr>
        </p:nvSpPr>
        <p:spPr>
          <a:xfrm>
            <a:off x="1120588" y="188259"/>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E7D5A98A-38CE-8B46-8E34-1E7EA119472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icture above Caption">
    <p:spTree>
      <p:nvGrpSpPr>
        <p:cNvPr id="1" name=""/>
        <p:cNvGrpSpPr/>
        <p:nvPr/>
      </p:nvGrpSpPr>
      <p:grpSpPr>
        <a:xfrm>
          <a:off x="0" y="0"/>
          <a:ext cx="0" cy="0"/>
          <a:chOff x="0" y="0"/>
          <a:chExt cx="0" cy="0"/>
        </a:xfrm>
      </p:grpSpPr>
      <p:sp>
        <p:nvSpPr>
          <p:cNvPr id="2" name="Title 1"/>
          <p:cNvSpPr>
            <a:spLocks noGrp="1"/>
          </p:cNvSpPr>
          <p:nvPr>
            <p:ph type="ctrTitle"/>
          </p:nvPr>
        </p:nvSpPr>
        <p:spPr>
          <a:xfrm>
            <a:off x="0" y="4114800"/>
            <a:ext cx="8915400" cy="877824"/>
          </a:xfrm>
          <a:prstGeom prst="rect">
            <a:avLst/>
          </a:prstGeom>
        </p:spPr>
        <p:txBody>
          <a:bodyPr tIns="137160" bIns="137160" anchor="b" anchorCtr="0">
            <a:normAutofit/>
          </a:bodyPr>
          <a:lstStyle>
            <a:lvl1pPr>
              <a:defRPr sz="2400"/>
            </a:lvl1pPr>
          </a:lstStyle>
          <a:p>
            <a:r>
              <a:rPr lang="en-US" smtClean="0"/>
              <a:t>Click to edit Master title style</a:t>
            </a:r>
            <a:endParaRPr/>
          </a:p>
        </p:txBody>
      </p:sp>
      <p:sp>
        <p:nvSpPr>
          <p:cNvPr id="3" name="Subtitle 2"/>
          <p:cNvSpPr>
            <a:spLocks noGrp="1"/>
          </p:cNvSpPr>
          <p:nvPr>
            <p:ph type="subTitle" idx="1"/>
          </p:nvPr>
        </p:nvSpPr>
        <p:spPr>
          <a:xfrm>
            <a:off x="914400" y="5002305"/>
            <a:ext cx="8001000" cy="1855695"/>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137160" rIns="274320" bIns="137160" rtlCol="0" anchor="t" anchorCtr="0">
            <a:normAutofit/>
          </a:bodyPr>
          <a:lstStyle>
            <a:lvl1pPr marL="0" indent="0" algn="l" defTabSz="914400" rtl="0" eaLnBrk="1" latinLnBrk="0" hangingPunct="1">
              <a:spcBef>
                <a:spcPts val="300"/>
              </a:spcBef>
              <a:buNone/>
              <a:defRPr sz="16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a:xfrm>
            <a:off x="6580094" y="188259"/>
            <a:ext cx="2133600" cy="365125"/>
          </a:xfrm>
          <a:prstGeom prst="rect">
            <a:avLst/>
          </a:prstGeom>
        </p:spPr>
        <p:txBody>
          <a:bodyPr/>
          <a:lstStyle/>
          <a:p>
            <a:fld id="{E1A3773D-66B1-AE4D-A4CE-9E3A6D528BD5}" type="datetimeFigureOut">
              <a:rPr lang="en-US" smtClean="0"/>
              <a:t>4/28/13</a:t>
            </a:fld>
            <a:endParaRPr lang="en-US"/>
          </a:p>
        </p:txBody>
      </p:sp>
      <p:sp>
        <p:nvSpPr>
          <p:cNvPr id="5" name="Footer Placeholder 4"/>
          <p:cNvSpPr>
            <a:spLocks noGrp="1"/>
          </p:cNvSpPr>
          <p:nvPr>
            <p:ph type="ftr" sz="quarter" idx="11"/>
          </p:nvPr>
        </p:nvSpPr>
        <p:spPr>
          <a:xfrm>
            <a:off x="1120588" y="188259"/>
            <a:ext cx="2895600" cy="365125"/>
          </a:xfrm>
          <a:prstGeom prst="rect">
            <a:avLst/>
          </a:prstGeom>
        </p:spPr>
        <p:txBody>
          <a:bodyPr/>
          <a:lstStyle/>
          <a:p>
            <a:endParaRPr lang="en-US"/>
          </a:p>
        </p:txBody>
      </p:sp>
      <p:sp>
        <p:nvSpPr>
          <p:cNvPr id="9" name="Picture Placeholder 8"/>
          <p:cNvSpPr>
            <a:spLocks noGrp="1"/>
          </p:cNvSpPr>
          <p:nvPr>
            <p:ph type="pic" sz="quarter" idx="13"/>
          </p:nvPr>
        </p:nvSpPr>
        <p:spPr>
          <a:xfrm>
            <a:off x="927100" y="1129553"/>
            <a:ext cx="7988300" cy="2980944"/>
          </a:xfrm>
        </p:spPr>
        <p:txBody>
          <a:bodyPr>
            <a:normAutofit/>
          </a:bodyPr>
          <a:lstStyle>
            <a:lvl1pPr marL="0" indent="0">
              <a:buNone/>
              <a:defRPr sz="1800"/>
            </a:lvl1pPr>
          </a:lstStyle>
          <a:p>
            <a:r>
              <a:rPr lang="en-US" smtClean="0"/>
              <a:t>Drag picture to placeholder or click icon to add</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2" name="Title 1"/>
          <p:cNvSpPr>
            <a:spLocks noGrp="1"/>
          </p:cNvSpPr>
          <p:nvPr>
            <p:ph type="ctrTitle"/>
          </p:nvPr>
        </p:nvSpPr>
        <p:spPr>
          <a:xfrm>
            <a:off x="0" y="4114800"/>
            <a:ext cx="8915400" cy="877824"/>
          </a:xfrm>
          <a:prstGeom prst="rect">
            <a:avLst/>
          </a:prstGeom>
        </p:spPr>
        <p:txBody>
          <a:bodyPr tIns="137160" bIns="137160" anchor="b" anchorCtr="0">
            <a:normAutofit/>
          </a:bodyPr>
          <a:lstStyle>
            <a:lvl1pPr>
              <a:defRPr sz="2400"/>
            </a:lvl1pPr>
          </a:lstStyle>
          <a:p>
            <a:r>
              <a:rPr lang="en-US" smtClean="0"/>
              <a:t>Click to edit Master title style</a:t>
            </a:r>
            <a:endParaRPr/>
          </a:p>
        </p:txBody>
      </p:sp>
      <p:sp>
        <p:nvSpPr>
          <p:cNvPr id="3" name="Subtitle 2"/>
          <p:cNvSpPr>
            <a:spLocks noGrp="1"/>
          </p:cNvSpPr>
          <p:nvPr>
            <p:ph type="subTitle" idx="1"/>
          </p:nvPr>
        </p:nvSpPr>
        <p:spPr>
          <a:xfrm>
            <a:off x="914400" y="5002305"/>
            <a:ext cx="8001000" cy="1855695"/>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137160" rIns="274320" bIns="137160" rtlCol="0" anchor="t" anchorCtr="0">
            <a:normAutofit/>
          </a:bodyPr>
          <a:lstStyle>
            <a:lvl1pPr marL="0" indent="0" algn="l" defTabSz="914400" rtl="0" eaLnBrk="1" latinLnBrk="0" hangingPunct="1">
              <a:spcBef>
                <a:spcPts val="300"/>
              </a:spcBef>
              <a:buNone/>
              <a:defRPr sz="16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a:xfrm>
            <a:off x="6580094" y="188259"/>
            <a:ext cx="2133600" cy="365125"/>
          </a:xfrm>
          <a:prstGeom prst="rect">
            <a:avLst/>
          </a:prstGeom>
        </p:spPr>
        <p:txBody>
          <a:bodyPr/>
          <a:lstStyle/>
          <a:p>
            <a:fld id="{E1A3773D-66B1-AE4D-A4CE-9E3A6D528BD5}" type="datetimeFigureOut">
              <a:rPr lang="en-US" smtClean="0"/>
              <a:t>4/28/13</a:t>
            </a:fld>
            <a:endParaRPr lang="en-US"/>
          </a:p>
        </p:txBody>
      </p:sp>
      <p:sp>
        <p:nvSpPr>
          <p:cNvPr id="5" name="Footer Placeholder 4"/>
          <p:cNvSpPr>
            <a:spLocks noGrp="1"/>
          </p:cNvSpPr>
          <p:nvPr>
            <p:ph type="ftr" sz="quarter" idx="11"/>
          </p:nvPr>
        </p:nvSpPr>
        <p:spPr>
          <a:xfrm>
            <a:off x="1120588" y="188259"/>
            <a:ext cx="2895600" cy="365125"/>
          </a:xfrm>
          <a:prstGeom prst="rect">
            <a:avLst/>
          </a:prstGeom>
        </p:spPr>
        <p:txBody>
          <a:bodyPr/>
          <a:lstStyle/>
          <a:p>
            <a:endParaRPr lang="en-US"/>
          </a:p>
        </p:txBody>
      </p:sp>
      <p:sp>
        <p:nvSpPr>
          <p:cNvPr id="9" name="Picture Placeholder 8"/>
          <p:cNvSpPr>
            <a:spLocks noGrp="1"/>
          </p:cNvSpPr>
          <p:nvPr>
            <p:ph type="pic" sz="quarter" idx="13"/>
          </p:nvPr>
        </p:nvSpPr>
        <p:spPr>
          <a:xfrm>
            <a:off x="927100" y="1129553"/>
            <a:ext cx="3986784" cy="2980944"/>
          </a:xfrm>
        </p:spPr>
        <p:txBody>
          <a:bodyPr>
            <a:normAutofit/>
          </a:bodyPr>
          <a:lstStyle>
            <a:lvl1pPr marL="0" indent="0">
              <a:buNone/>
              <a:defRPr sz="1800"/>
            </a:lvl1pPr>
          </a:lstStyle>
          <a:p>
            <a:r>
              <a:rPr lang="en-US" smtClean="0"/>
              <a:t>Drag picture to placeholder or click icon to add</a:t>
            </a:r>
            <a:endParaRPr/>
          </a:p>
        </p:txBody>
      </p:sp>
      <p:sp>
        <p:nvSpPr>
          <p:cNvPr id="7" name="Picture Placeholder 8"/>
          <p:cNvSpPr>
            <a:spLocks noGrp="1"/>
          </p:cNvSpPr>
          <p:nvPr>
            <p:ph type="pic" sz="quarter" idx="14"/>
          </p:nvPr>
        </p:nvSpPr>
        <p:spPr>
          <a:xfrm>
            <a:off x="4928616" y="1129553"/>
            <a:ext cx="3986784" cy="2980944"/>
          </a:xfrm>
        </p:spPr>
        <p:txBody>
          <a:bodyPr>
            <a:normAutofit/>
          </a:bodyPr>
          <a:lstStyle>
            <a:lvl1pPr marL="0" indent="0">
              <a:buNone/>
              <a:defRPr sz="1800"/>
            </a:lvl1pPr>
          </a:lstStyle>
          <a:p>
            <a:r>
              <a:rPr lang="en-US" smtClean="0"/>
              <a:t>Drag picture to placeholder or click icon to add</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2" name="Title 1"/>
          <p:cNvSpPr>
            <a:spLocks noGrp="1"/>
          </p:cNvSpPr>
          <p:nvPr>
            <p:ph type="ctrTitle"/>
          </p:nvPr>
        </p:nvSpPr>
        <p:spPr>
          <a:xfrm>
            <a:off x="0" y="4114800"/>
            <a:ext cx="8915400" cy="877824"/>
          </a:xfrm>
          <a:prstGeom prst="rect">
            <a:avLst/>
          </a:prstGeom>
        </p:spPr>
        <p:txBody>
          <a:bodyPr tIns="137160" bIns="137160" anchor="b" anchorCtr="0">
            <a:normAutofit/>
          </a:bodyPr>
          <a:lstStyle>
            <a:lvl1pPr>
              <a:defRPr sz="2400"/>
            </a:lvl1pPr>
          </a:lstStyle>
          <a:p>
            <a:r>
              <a:rPr lang="en-US" smtClean="0"/>
              <a:t>Click to edit Master title style</a:t>
            </a:r>
            <a:endParaRPr/>
          </a:p>
        </p:txBody>
      </p:sp>
      <p:sp>
        <p:nvSpPr>
          <p:cNvPr id="3" name="Subtitle 2"/>
          <p:cNvSpPr>
            <a:spLocks noGrp="1"/>
          </p:cNvSpPr>
          <p:nvPr>
            <p:ph type="subTitle" idx="1"/>
          </p:nvPr>
        </p:nvSpPr>
        <p:spPr>
          <a:xfrm>
            <a:off x="914400" y="5002305"/>
            <a:ext cx="8001000" cy="1855695"/>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137160" rIns="274320" bIns="137160" rtlCol="0" anchor="t" anchorCtr="0">
            <a:normAutofit/>
          </a:bodyPr>
          <a:lstStyle>
            <a:lvl1pPr marL="0" indent="0" algn="l" defTabSz="914400" rtl="0" eaLnBrk="1" latinLnBrk="0" hangingPunct="1">
              <a:spcBef>
                <a:spcPts val="300"/>
              </a:spcBef>
              <a:buNone/>
              <a:defRPr sz="16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6580094" y="188259"/>
            <a:ext cx="2133600" cy="365125"/>
          </a:xfrm>
          <a:prstGeom prst="rect">
            <a:avLst/>
          </a:prstGeom>
        </p:spPr>
        <p:txBody>
          <a:bodyPr/>
          <a:lstStyle/>
          <a:p>
            <a:fld id="{E1A3773D-66B1-AE4D-A4CE-9E3A6D528BD5}" type="datetimeFigureOut">
              <a:rPr lang="en-US" smtClean="0"/>
              <a:t>4/28/13</a:t>
            </a:fld>
            <a:endParaRPr lang="en-US"/>
          </a:p>
        </p:txBody>
      </p:sp>
      <p:sp>
        <p:nvSpPr>
          <p:cNvPr id="5" name="Footer Placeholder 4"/>
          <p:cNvSpPr>
            <a:spLocks noGrp="1"/>
          </p:cNvSpPr>
          <p:nvPr>
            <p:ph type="ftr" sz="quarter" idx="11"/>
          </p:nvPr>
        </p:nvSpPr>
        <p:spPr>
          <a:xfrm>
            <a:off x="1120588" y="188259"/>
            <a:ext cx="2895600" cy="365125"/>
          </a:xfrm>
          <a:prstGeom prst="rect">
            <a:avLst/>
          </a:prstGeom>
        </p:spPr>
        <p:txBody>
          <a:bodyPr/>
          <a:lstStyle/>
          <a:p>
            <a:endParaRPr lang="en-US"/>
          </a:p>
        </p:txBody>
      </p:sp>
      <p:sp>
        <p:nvSpPr>
          <p:cNvPr id="9" name="Picture Placeholder 8"/>
          <p:cNvSpPr>
            <a:spLocks noGrp="1"/>
          </p:cNvSpPr>
          <p:nvPr>
            <p:ph type="pic" sz="quarter" idx="13"/>
          </p:nvPr>
        </p:nvSpPr>
        <p:spPr>
          <a:xfrm>
            <a:off x="927100" y="1129553"/>
            <a:ext cx="6601968" cy="2980944"/>
          </a:xfrm>
        </p:spPr>
        <p:txBody>
          <a:bodyPr>
            <a:normAutofit/>
          </a:bodyPr>
          <a:lstStyle>
            <a:lvl1pPr marL="0" indent="0">
              <a:buNone/>
              <a:defRPr sz="1800"/>
            </a:lvl1pPr>
          </a:lstStyle>
          <a:p>
            <a:r>
              <a:rPr lang="en-US" smtClean="0"/>
              <a:t>Drag picture to placeholder or click icon to add</a:t>
            </a:r>
            <a:endParaRPr/>
          </a:p>
        </p:txBody>
      </p:sp>
      <p:sp>
        <p:nvSpPr>
          <p:cNvPr id="7" name="Picture Placeholder 8"/>
          <p:cNvSpPr>
            <a:spLocks noGrp="1"/>
          </p:cNvSpPr>
          <p:nvPr>
            <p:ph type="pic" sz="quarter" idx="14"/>
          </p:nvPr>
        </p:nvSpPr>
        <p:spPr>
          <a:xfrm>
            <a:off x="7543800" y="1129553"/>
            <a:ext cx="1371600" cy="1481328"/>
          </a:xfrm>
        </p:spPr>
        <p:txBody>
          <a:bodyPr>
            <a:normAutofit/>
          </a:bodyPr>
          <a:lstStyle>
            <a:lvl1pPr marL="0" indent="0">
              <a:buNone/>
              <a:defRPr sz="1800"/>
            </a:lvl1pPr>
          </a:lstStyle>
          <a:p>
            <a:r>
              <a:rPr lang="en-US" smtClean="0"/>
              <a:t>Drag picture to placeholder or click icon to add</a:t>
            </a:r>
            <a:endParaRPr/>
          </a:p>
        </p:txBody>
      </p:sp>
      <p:sp>
        <p:nvSpPr>
          <p:cNvPr id="8" name="Picture Placeholder 8"/>
          <p:cNvSpPr>
            <a:spLocks noGrp="1"/>
          </p:cNvSpPr>
          <p:nvPr>
            <p:ph type="pic" sz="quarter" idx="15"/>
          </p:nvPr>
        </p:nvSpPr>
        <p:spPr>
          <a:xfrm>
            <a:off x="7543800" y="2629169"/>
            <a:ext cx="1371600" cy="1481328"/>
          </a:xfrm>
        </p:spPr>
        <p:txBody>
          <a:bodyPr>
            <a:normAutofit/>
          </a:bodyPr>
          <a:lstStyle>
            <a:lvl1pPr marL="0" indent="0">
              <a:buNone/>
              <a:defRPr sz="1800"/>
            </a:lvl1pPr>
          </a:lstStyle>
          <a:p>
            <a:r>
              <a:rPr lang="en-US" smtClean="0"/>
              <a:t>Drag picture to placeholder or click icon to add</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0" y="1123856"/>
            <a:ext cx="8913813" cy="914400"/>
          </a:xfrm>
          <a:prstGeom prst="rect">
            <a:avLst/>
          </a:prstGeom>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a:xfrm>
            <a:off x="6580094" y="188259"/>
            <a:ext cx="2133600" cy="365125"/>
          </a:xfrm>
          <a:prstGeom prst="rect">
            <a:avLst/>
          </a:prstGeom>
        </p:spPr>
        <p:txBody>
          <a:bodyPr/>
          <a:lstStyle/>
          <a:p>
            <a:fld id="{E1A3773D-66B1-AE4D-A4CE-9E3A6D528BD5}" type="datetimeFigureOut">
              <a:rPr lang="en-US" smtClean="0"/>
              <a:t>4/28/13</a:t>
            </a:fld>
            <a:endParaRPr lang="en-US"/>
          </a:p>
        </p:txBody>
      </p:sp>
      <p:sp>
        <p:nvSpPr>
          <p:cNvPr id="5" name="Footer Placeholder 4"/>
          <p:cNvSpPr>
            <a:spLocks noGrp="1"/>
          </p:cNvSpPr>
          <p:nvPr>
            <p:ph type="ftr" sz="quarter" idx="11"/>
          </p:nvPr>
        </p:nvSpPr>
        <p:spPr>
          <a:xfrm>
            <a:off x="1120588" y="188259"/>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E7D5A98A-38CE-8B46-8E34-1E7EA119472E}"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87553" y="1129554"/>
            <a:ext cx="914400" cy="5533278"/>
          </a:xfrm>
          <a:prstGeom prst="rect">
            <a:avLst/>
          </a:prstGeom>
        </p:spPr>
        <p:txBody>
          <a:bodyPr vert="eaVert" lIns="274320" tIns="685800" bIns="685800"/>
          <a:lstStyle/>
          <a:p>
            <a:r>
              <a:rPr lang="en-US" smtClean="0"/>
              <a:t>Click to edit Master title style</a:t>
            </a:r>
            <a:endParaRPr/>
          </a:p>
        </p:txBody>
      </p:sp>
      <p:sp>
        <p:nvSpPr>
          <p:cNvPr id="3" name="Vertical Text Placeholder 2"/>
          <p:cNvSpPr>
            <a:spLocks noGrp="1"/>
          </p:cNvSpPr>
          <p:nvPr>
            <p:ph type="body" orient="vert" idx="1"/>
          </p:nvPr>
        </p:nvSpPr>
        <p:spPr>
          <a:xfrm>
            <a:off x="1117600" y="1734671"/>
            <a:ext cx="6426200" cy="4542304"/>
          </a:xfrm>
        </p:spPr>
        <p:txBody>
          <a:bodyPr vert="eaVert"/>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a:xfrm>
            <a:off x="6580094" y="188259"/>
            <a:ext cx="2133600" cy="365125"/>
          </a:xfrm>
          <a:prstGeom prst="rect">
            <a:avLst/>
          </a:prstGeom>
        </p:spPr>
        <p:txBody>
          <a:bodyPr/>
          <a:lstStyle/>
          <a:p>
            <a:fld id="{E1A3773D-66B1-AE4D-A4CE-9E3A6D528BD5}" type="datetimeFigureOut">
              <a:rPr lang="en-US" smtClean="0"/>
              <a:t>4/28/13</a:t>
            </a:fld>
            <a:endParaRPr lang="en-US"/>
          </a:p>
        </p:txBody>
      </p:sp>
      <p:sp>
        <p:nvSpPr>
          <p:cNvPr id="5" name="Footer Placeholder 4"/>
          <p:cNvSpPr>
            <a:spLocks noGrp="1"/>
          </p:cNvSpPr>
          <p:nvPr>
            <p:ph type="ftr" sz="quarter" idx="11"/>
          </p:nvPr>
        </p:nvSpPr>
        <p:spPr>
          <a:xfrm>
            <a:off x="1120588" y="188259"/>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E7D5A98A-38CE-8B46-8E34-1E7EA119472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jpe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descr="Background.jpeg"/>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0" y="0"/>
            <a:ext cx="9139855" cy="6858000"/>
          </a:xfrm>
          <a:prstGeom prst="rect">
            <a:avLst/>
          </a:prstGeom>
        </p:spPr>
      </p:pic>
      <p:sp>
        <p:nvSpPr>
          <p:cNvPr id="3" name="Text Placeholder 2"/>
          <p:cNvSpPr>
            <a:spLocks noGrp="1"/>
          </p:cNvSpPr>
          <p:nvPr>
            <p:ph type="body" idx="1"/>
          </p:nvPr>
        </p:nvSpPr>
        <p:spPr>
          <a:xfrm>
            <a:off x="1114424" y="2595562"/>
            <a:ext cx="7610476" cy="367076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6" name="Slide Number Placeholder 5"/>
          <p:cNvSpPr>
            <a:spLocks noGrp="1"/>
          </p:cNvSpPr>
          <p:nvPr>
            <p:ph type="sldNum" sz="quarter" idx="4"/>
          </p:nvPr>
        </p:nvSpPr>
        <p:spPr>
          <a:xfrm>
            <a:off x="8789894" y="6569075"/>
            <a:ext cx="457200" cy="365125"/>
          </a:xfrm>
          <a:prstGeom prst="rect">
            <a:avLst/>
          </a:prstGeom>
        </p:spPr>
        <p:txBody>
          <a:bodyPr vert="horz" lIns="91440" tIns="45720" rIns="91440" bIns="45720" rtlCol="0" anchor="ctr"/>
          <a:lstStyle>
            <a:lvl1pPr algn="ctr">
              <a:defRPr sz="800">
                <a:solidFill>
                  <a:schemeClr val="tx1">
                    <a:lumMod val="65000"/>
                    <a:lumOff val="35000"/>
                  </a:schemeClr>
                </a:solidFill>
              </a:defRPr>
            </a:lvl1pPr>
          </a:lstStyle>
          <a:p>
            <a:fld id="{E7D5A98A-38CE-8B46-8E34-1E7EA119472E}"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 id="2147483829" r:id="rId12"/>
    <p:sldLayoutId id="2147483830" r:id="rId13"/>
    <p:sldLayoutId id="2147483831" r:id="rId14"/>
    <p:sldLayoutId id="2147483832" r:id="rId15"/>
  </p:sldLayoutIdLst>
  <p:txStyles>
    <p:titleStyle>
      <a:lvl1pPr marL="0" indent="0" algn="l" defTabSz="914400" rtl="0" eaLnBrk="1" latinLnBrk="0" hangingPunct="1">
        <a:spcBef>
          <a:spcPct val="0"/>
        </a:spcBef>
        <a:buNone/>
        <a:defRPr sz="3600" kern="1200">
          <a:solidFill>
            <a:schemeClr val="bg1"/>
          </a:solidFill>
          <a:latin typeface="+mj-lt"/>
          <a:ea typeface="+mj-ea"/>
          <a:cs typeface="+mj-cs"/>
        </a:defRPr>
      </a:lvl1pPr>
    </p:titleStyle>
    <p:body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itle Page.jpe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66539347"/>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1114424" y="1928812"/>
            <a:ext cx="7610476" cy="3670767"/>
          </a:xfrm>
        </p:spPr>
        <p:txBody>
          <a:bodyPr>
            <a:normAutofit/>
          </a:bodyPr>
          <a:lstStyle/>
          <a:p>
            <a:r>
              <a:rPr lang="en-US" sz="2400" dirty="0" smtClean="0">
                <a:latin typeface="Arial"/>
                <a:cs typeface="Arial"/>
              </a:rPr>
              <a:t>Problem</a:t>
            </a:r>
          </a:p>
          <a:p>
            <a:r>
              <a:rPr lang="en-US" sz="2400" dirty="0" smtClean="0">
                <a:latin typeface="Arial"/>
                <a:cs typeface="Arial"/>
              </a:rPr>
              <a:t>Solution</a:t>
            </a:r>
          </a:p>
          <a:p>
            <a:r>
              <a:rPr lang="en-US" sz="2400" dirty="0" smtClean="0">
                <a:latin typeface="Arial"/>
                <a:cs typeface="Arial"/>
              </a:rPr>
              <a:t>Market Opportunity</a:t>
            </a:r>
          </a:p>
          <a:p>
            <a:r>
              <a:rPr lang="en-US" sz="2400" dirty="0" smtClean="0">
                <a:latin typeface="Arial"/>
                <a:cs typeface="Arial"/>
              </a:rPr>
              <a:t>Monetization Strategy</a:t>
            </a:r>
          </a:p>
          <a:p>
            <a:endParaRPr lang="en-US" sz="2400" dirty="0" smtClean="0"/>
          </a:p>
          <a:p>
            <a:endParaRPr lang="en-US" sz="2400" dirty="0" smtClean="0"/>
          </a:p>
          <a:p>
            <a:endParaRPr lang="en-US" sz="2400" dirty="0"/>
          </a:p>
        </p:txBody>
      </p:sp>
      <p:sp>
        <p:nvSpPr>
          <p:cNvPr id="3" name="Title 2"/>
          <p:cNvSpPr>
            <a:spLocks noGrp="1"/>
          </p:cNvSpPr>
          <p:nvPr>
            <p:ph type="title"/>
          </p:nvPr>
        </p:nvSpPr>
        <p:spPr>
          <a:xfrm>
            <a:off x="1086818" y="498448"/>
            <a:ext cx="6364045" cy="615678"/>
          </a:xfrm>
        </p:spPr>
        <p:txBody>
          <a:bodyPr/>
          <a:lstStyle/>
          <a:p>
            <a:r>
              <a:rPr lang="en-US" dirty="0" smtClean="0"/>
              <a:t>Preview</a:t>
            </a:r>
            <a:endParaRPr lang="en-US" dirty="0"/>
          </a:p>
        </p:txBody>
      </p:sp>
    </p:spTree>
    <p:extLst>
      <p:ext uri="{BB962C8B-B14F-4D97-AF65-F5344CB8AC3E}">
        <p14:creationId xmlns:p14="http://schemas.microsoft.com/office/powerpoint/2010/main" val="1480787190"/>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86818" y="1846795"/>
            <a:ext cx="7610476" cy="2114415"/>
          </a:xfrm>
        </p:spPr>
        <p:txBody>
          <a:bodyPr>
            <a:normAutofit/>
          </a:bodyPr>
          <a:lstStyle/>
          <a:p>
            <a:pPr marL="0" indent="0">
              <a:buNone/>
            </a:pPr>
            <a:r>
              <a:rPr lang="en-US" sz="2200" dirty="0" smtClean="0">
                <a:cs typeface="Arial"/>
              </a:rPr>
              <a:t>The current practice of using various connectors and flash drives to display presentations is inefficient and problematic.</a:t>
            </a:r>
          </a:p>
          <a:p>
            <a:pPr marL="0" indent="0">
              <a:buNone/>
            </a:pPr>
            <a:endParaRPr lang="en-US" sz="2200" dirty="0">
              <a:cs typeface="Arial"/>
            </a:endParaRPr>
          </a:p>
        </p:txBody>
      </p:sp>
      <p:sp>
        <p:nvSpPr>
          <p:cNvPr id="6" name="Title 5"/>
          <p:cNvSpPr>
            <a:spLocks noGrp="1"/>
          </p:cNvSpPr>
          <p:nvPr>
            <p:ph type="title"/>
          </p:nvPr>
        </p:nvSpPr>
        <p:spPr>
          <a:xfrm>
            <a:off x="1086818" y="498448"/>
            <a:ext cx="6364045" cy="615678"/>
          </a:xfrm>
        </p:spPr>
        <p:txBody>
          <a:bodyPr/>
          <a:lstStyle/>
          <a:p>
            <a:r>
              <a:rPr lang="en-US" dirty="0" smtClean="0"/>
              <a:t>Problem</a:t>
            </a:r>
            <a:endParaRPr lang="en-US" dirty="0"/>
          </a:p>
        </p:txBody>
      </p:sp>
      <p:pic>
        <p:nvPicPr>
          <p:cNvPr id="5" name="Picture 4"/>
          <p:cNvPicPr>
            <a:picLocks noChangeAspect="1"/>
          </p:cNvPicPr>
          <p:nvPr/>
        </p:nvPicPr>
        <p:blipFill>
          <a:blip r:embed="rId3"/>
          <a:stretch>
            <a:fillRect/>
          </a:stretch>
        </p:blipFill>
        <p:spPr>
          <a:xfrm>
            <a:off x="1222374" y="3523992"/>
            <a:ext cx="991701" cy="991701"/>
          </a:xfrm>
          <a:prstGeom prst="rect">
            <a:avLst/>
          </a:prstGeom>
        </p:spPr>
      </p:pic>
      <p:pic>
        <p:nvPicPr>
          <p:cNvPr id="8" name="Picture 7"/>
          <p:cNvPicPr>
            <a:picLocks noChangeAspect="1"/>
          </p:cNvPicPr>
          <p:nvPr/>
        </p:nvPicPr>
        <p:blipFill>
          <a:blip r:embed="rId4"/>
          <a:stretch>
            <a:fillRect/>
          </a:stretch>
        </p:blipFill>
        <p:spPr>
          <a:xfrm>
            <a:off x="2918573" y="3477303"/>
            <a:ext cx="857990" cy="967813"/>
          </a:xfrm>
          <a:prstGeom prst="rect">
            <a:avLst/>
          </a:prstGeom>
        </p:spPr>
      </p:pic>
      <p:grpSp>
        <p:nvGrpSpPr>
          <p:cNvPr id="2" name="Group 1"/>
          <p:cNvGrpSpPr/>
          <p:nvPr/>
        </p:nvGrpSpPr>
        <p:grpSpPr>
          <a:xfrm>
            <a:off x="1086817" y="3244152"/>
            <a:ext cx="7237154" cy="2593684"/>
            <a:chOff x="1086817" y="3244152"/>
            <a:chExt cx="7237154" cy="2593684"/>
          </a:xfrm>
        </p:grpSpPr>
        <p:pic>
          <p:nvPicPr>
            <p:cNvPr id="4" name="Picture 3"/>
            <p:cNvPicPr>
              <a:picLocks noChangeAspect="1"/>
            </p:cNvPicPr>
            <p:nvPr/>
          </p:nvPicPr>
          <p:blipFill rotWithShape="1">
            <a:blip r:embed="rId5"/>
            <a:srcRect l="8269" b="36732"/>
            <a:stretch/>
          </p:blipFill>
          <p:spPr>
            <a:xfrm>
              <a:off x="1086817" y="3244152"/>
              <a:ext cx="3760529" cy="2593684"/>
            </a:xfrm>
            <a:prstGeom prst="rect">
              <a:avLst/>
            </a:prstGeom>
          </p:spPr>
        </p:pic>
        <p:pic>
          <p:nvPicPr>
            <p:cNvPr id="10" name="Picture 9"/>
            <p:cNvPicPr>
              <a:picLocks noChangeAspect="1"/>
            </p:cNvPicPr>
            <p:nvPr/>
          </p:nvPicPr>
          <p:blipFill rotWithShape="1">
            <a:blip r:embed="rId6"/>
            <a:srcRect l="15321" t="10078" r="15705" b="25854"/>
            <a:stretch/>
          </p:blipFill>
          <p:spPr>
            <a:xfrm>
              <a:off x="4847346" y="3244152"/>
              <a:ext cx="3476625" cy="2583461"/>
            </a:xfrm>
            <a:prstGeom prst="rect">
              <a:avLst/>
            </a:prstGeom>
          </p:spPr>
        </p:pic>
      </p:grpSp>
      <p:sp>
        <p:nvSpPr>
          <p:cNvPr id="11" name="Rectangle 10"/>
          <p:cNvSpPr/>
          <p:nvPr/>
        </p:nvSpPr>
        <p:spPr>
          <a:xfrm>
            <a:off x="5488880" y="3897710"/>
            <a:ext cx="2266908" cy="1580261"/>
          </a:xfrm>
          <a:prstGeom prst="rect">
            <a:avLst/>
          </a:prstGeom>
          <a:solidFill>
            <a:srgbClr val="0000FF"/>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Courier New"/>
                <a:cs typeface="Courier New"/>
              </a:rPr>
              <a:t>No input signal</a:t>
            </a:r>
            <a:endParaRPr lang="en-US" dirty="0">
              <a:latin typeface="Courier New"/>
              <a:cs typeface="Courier New"/>
            </a:endParaRPr>
          </a:p>
        </p:txBody>
      </p:sp>
      <p:sp>
        <p:nvSpPr>
          <p:cNvPr id="7" name="Rectangle 6"/>
          <p:cNvSpPr/>
          <p:nvPr/>
        </p:nvSpPr>
        <p:spPr>
          <a:xfrm>
            <a:off x="1086817" y="3244152"/>
            <a:ext cx="7237154" cy="2593683"/>
          </a:xfrm>
          <a:prstGeom prst="rect">
            <a:avLst/>
          </a:prstGeom>
          <a:no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185739"/>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086818" y="498448"/>
            <a:ext cx="6364045" cy="615678"/>
          </a:xfrm>
        </p:spPr>
        <p:txBody>
          <a:bodyPr/>
          <a:lstStyle/>
          <a:p>
            <a:r>
              <a:rPr lang="en-US" dirty="0" smtClean="0"/>
              <a:t>Solution</a:t>
            </a:r>
            <a:endParaRPr lang="en-US" dirty="0"/>
          </a:p>
        </p:txBody>
      </p:sp>
      <p:pic>
        <p:nvPicPr>
          <p:cNvPr id="2" name="Picture 1" descr="Solution.jpe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9068" y="2635251"/>
            <a:ext cx="6083397" cy="1791784"/>
          </a:xfrm>
          <a:prstGeom prst="rect">
            <a:avLst/>
          </a:prstGeom>
          <a:ln>
            <a:solidFill>
              <a:srgbClr val="595959"/>
            </a:solidFill>
          </a:ln>
        </p:spPr>
      </p:pic>
    </p:spTree>
    <p:extLst>
      <p:ext uri="{BB962C8B-B14F-4D97-AF65-F5344CB8AC3E}">
        <p14:creationId xmlns:p14="http://schemas.microsoft.com/office/powerpoint/2010/main" val="3008967346"/>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55674" y="1865312"/>
            <a:ext cx="6495189" cy="3670767"/>
          </a:xfrm>
        </p:spPr>
        <p:txBody>
          <a:bodyPr>
            <a:normAutofit/>
          </a:bodyPr>
          <a:lstStyle/>
          <a:p>
            <a:r>
              <a:rPr lang="en-US" sz="2200" dirty="0" smtClean="0"/>
              <a:t>PMA Research estimates the projector market to hit 9.5 million units in 2013.</a:t>
            </a:r>
          </a:p>
          <a:p>
            <a:r>
              <a:rPr lang="en-US" sz="2200" dirty="0" smtClean="0"/>
              <a:t>We will sell to businesses and universities with existing projectors, as well as establish channel partnerships with projector manufacturers.</a:t>
            </a:r>
            <a:endParaRPr lang="en-US" sz="2200" dirty="0"/>
          </a:p>
        </p:txBody>
      </p:sp>
      <p:sp>
        <p:nvSpPr>
          <p:cNvPr id="4" name="Title 3"/>
          <p:cNvSpPr>
            <a:spLocks noGrp="1"/>
          </p:cNvSpPr>
          <p:nvPr>
            <p:ph type="title"/>
          </p:nvPr>
        </p:nvSpPr>
        <p:spPr>
          <a:xfrm>
            <a:off x="1086818" y="482573"/>
            <a:ext cx="6364045" cy="615678"/>
          </a:xfrm>
        </p:spPr>
        <p:txBody>
          <a:bodyPr/>
          <a:lstStyle/>
          <a:p>
            <a:r>
              <a:rPr lang="en-US" dirty="0" smtClean="0"/>
              <a:t>Market Opportunity</a:t>
            </a:r>
            <a:endParaRPr lang="en-US" dirty="0"/>
          </a:p>
        </p:txBody>
      </p:sp>
    </p:spTree>
    <p:extLst>
      <p:ext uri="{BB962C8B-B14F-4D97-AF65-F5344CB8AC3E}">
        <p14:creationId xmlns:p14="http://schemas.microsoft.com/office/powerpoint/2010/main" val="570966082"/>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818934" y="2371915"/>
            <a:ext cx="6054941" cy="3200210"/>
          </a:xfrm>
        </p:spPr>
        <p:txBody>
          <a:bodyPr>
            <a:normAutofit/>
          </a:bodyPr>
          <a:lstStyle/>
          <a:p>
            <a:pPr>
              <a:spcBef>
                <a:spcPts val="1400"/>
              </a:spcBef>
            </a:pPr>
            <a:r>
              <a:rPr lang="en-US" sz="2200" dirty="0" smtClean="0"/>
              <a:t>Advertise fees as low as £10-15 per month</a:t>
            </a:r>
          </a:p>
          <a:p>
            <a:pPr>
              <a:spcBef>
                <a:spcPts val="1400"/>
              </a:spcBef>
            </a:pPr>
            <a:r>
              <a:rPr lang="en-US" sz="2200" dirty="0" smtClean="0"/>
              <a:t>Give customers peace of mind guarantee</a:t>
            </a:r>
          </a:p>
          <a:p>
            <a:pPr>
              <a:spcBef>
                <a:spcPts val="1400"/>
              </a:spcBef>
            </a:pPr>
            <a:r>
              <a:rPr lang="en-US" sz="2200" dirty="0" smtClean="0"/>
              <a:t>Enable steady revenues with low </a:t>
            </a:r>
            <a:r>
              <a:rPr lang="en-US" sz="2200" dirty="0" smtClean="0"/>
              <a:t>expenses</a:t>
            </a:r>
          </a:p>
          <a:p>
            <a:pPr>
              <a:spcBef>
                <a:spcPts val="1400"/>
              </a:spcBef>
            </a:pPr>
            <a:r>
              <a:rPr lang="en-US" sz="2200" dirty="0" smtClean="0"/>
              <a:t>Establish channel partners</a:t>
            </a:r>
            <a:endParaRPr lang="en-US" sz="2200" dirty="0" smtClean="0"/>
          </a:p>
        </p:txBody>
      </p:sp>
      <p:sp>
        <p:nvSpPr>
          <p:cNvPr id="6" name="Content Placeholder 3"/>
          <p:cNvSpPr txBox="1">
            <a:spLocks/>
          </p:cNvSpPr>
          <p:nvPr/>
        </p:nvSpPr>
        <p:spPr>
          <a:xfrm>
            <a:off x="818933" y="1833088"/>
            <a:ext cx="7508127" cy="828176"/>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buFont typeface="Wingdings 2" pitchFamily="18" charset="2"/>
              <a:buNone/>
            </a:pPr>
            <a:r>
              <a:rPr lang="en-US" sz="2200" b="1" dirty="0" smtClean="0"/>
              <a:t>Full-service monthly subscriptions</a:t>
            </a:r>
            <a:endParaRPr lang="en-US" sz="2200" dirty="0" smtClean="0"/>
          </a:p>
        </p:txBody>
      </p:sp>
      <p:sp>
        <p:nvSpPr>
          <p:cNvPr id="3" name="Title 2"/>
          <p:cNvSpPr>
            <a:spLocks noGrp="1"/>
          </p:cNvSpPr>
          <p:nvPr>
            <p:ph type="title"/>
          </p:nvPr>
        </p:nvSpPr>
        <p:spPr>
          <a:xfrm>
            <a:off x="1086818" y="466698"/>
            <a:ext cx="6364045" cy="615678"/>
          </a:xfrm>
        </p:spPr>
        <p:txBody>
          <a:bodyPr/>
          <a:lstStyle/>
          <a:p>
            <a:r>
              <a:rPr lang="en-US" dirty="0" smtClean="0"/>
              <a:t>Monetization Strategy</a:t>
            </a:r>
            <a:endParaRPr lang="en-US" dirty="0"/>
          </a:p>
        </p:txBody>
      </p:sp>
    </p:spTree>
    <p:extLst>
      <p:ext uri="{BB962C8B-B14F-4D97-AF65-F5344CB8AC3E}">
        <p14:creationId xmlns:p14="http://schemas.microsoft.com/office/powerpoint/2010/main" val="2887202147"/>
      </p:ext>
    </p:extLst>
  </p:cSld>
  <p:clrMapOvr>
    <a:masterClrMapping/>
  </p:clrMapOvr>
</p:sld>
</file>

<file path=ppt/theme/theme1.xml><?xml version="1.0" encoding="utf-8"?>
<a:theme xmlns:a="http://schemas.openxmlformats.org/drawingml/2006/main" name="Perception">
  <a:themeElements>
    <a:clrScheme name="Custom 5">
      <a:dk1>
        <a:sysClr val="windowText" lastClr="000000"/>
      </a:dk1>
      <a:lt1>
        <a:sysClr val="window" lastClr="FFFFFF"/>
      </a:lt1>
      <a:dk2>
        <a:srgbClr val="333333"/>
      </a:dk2>
      <a:lt2>
        <a:srgbClr val="BBC0AC"/>
      </a:lt2>
      <a:accent1>
        <a:srgbClr val="2C82BF"/>
      </a:accent1>
      <a:accent2>
        <a:srgbClr val="E07602"/>
      </a:accent2>
      <a:accent3>
        <a:srgbClr val="E4C402"/>
      </a:accent3>
      <a:accent4>
        <a:srgbClr val="7DC1EF"/>
      </a:accent4>
      <a:accent5>
        <a:srgbClr val="21449B"/>
      </a:accent5>
      <a:accent6>
        <a:srgbClr val="A2B170"/>
      </a:accent6>
      <a:hlink>
        <a:srgbClr val="8DA440"/>
      </a:hlink>
      <a:folHlink>
        <a:srgbClr val="4C4F3F"/>
      </a:folHlink>
    </a:clrScheme>
    <a:fontScheme name="Perception">
      <a:majorFont>
        <a:latin typeface="Century Gothic"/>
        <a:ea typeface=""/>
        <a:cs typeface=""/>
        <a:font script="Jpan" typeface="メイリオ"/>
        <a:font script="Hans" typeface="宋体"/>
        <a:font script="Hant" typeface="新細明體"/>
      </a:majorFont>
      <a:minorFont>
        <a:latin typeface="Century Gothic"/>
        <a:ea typeface=""/>
        <a:cs typeface=""/>
        <a:font script="Jpan" typeface="メイリオ"/>
        <a:font script="Hans" typeface="宋体"/>
        <a:font script="Hant" typeface="新細明體"/>
      </a:minorFont>
    </a:fontScheme>
    <a:fmtScheme name="Perception">
      <a:fillStyleLst>
        <a:solidFill>
          <a:schemeClr val="phClr"/>
        </a:solidFill>
        <a:solidFill>
          <a:schemeClr val="phClr">
            <a:shade val="90000"/>
          </a:schemeClr>
        </a:solidFill>
        <a:solidFill>
          <a:schemeClr val="phClr">
            <a:shade val="80000"/>
          </a:schemeClr>
        </a:solidFill>
      </a:fillStyleLst>
      <a:lnStyleLst>
        <a:ln w="12700" cap="flat" cmpd="sng" algn="ctr">
          <a:solidFill>
            <a:schemeClr val="phClr">
              <a:satMod val="105000"/>
            </a:schemeClr>
          </a:solidFill>
          <a:prstDash val="solid"/>
        </a:ln>
        <a:ln w="25400" cap="flat" cmpd="sng" algn="ctr">
          <a:solidFill>
            <a:schemeClr val="phClr"/>
          </a:solidFill>
          <a:prstDash val="solid"/>
        </a:ln>
        <a:ln w="25400" cap="flat" cmpd="sng" algn="ctr">
          <a:solidFill>
            <a:schemeClr val="phClr">
              <a:alpha val="80000"/>
            </a:schemeClr>
          </a:solidFill>
          <a:prstDash val="solid"/>
        </a:ln>
      </a:lnStyleLst>
      <a:effectStyleLst>
        <a:effectStyle>
          <a:effectLst/>
        </a:effectStyle>
        <a:effectStyle>
          <a:effectLst/>
          <a:scene3d>
            <a:camera prst="obliqueTopRight"/>
            <a:lightRig rig="threePt" dir="tl"/>
          </a:scene3d>
          <a:sp3d>
            <a:bevelT w="25400" h="25400"/>
          </a:sp3d>
        </a:effectStyle>
        <a:effectStyle>
          <a:effectLst/>
          <a:scene3d>
            <a:camera prst="perspectiveFront" fov="4200000"/>
            <a:lightRig rig="balanced" dir="tl">
              <a:rot lat="0" lon="0" rev="18600000"/>
            </a:lightRig>
          </a:scene3d>
          <a:sp3d prstMaterial="metal">
            <a:bevelT w="63500" h="50800" prst="angle"/>
          </a:sp3d>
        </a:effectStyle>
      </a:effectStyleLst>
      <a:bgFillStyleLst>
        <a:solidFill>
          <a:schemeClr val="phClr">
            <a:tint val="90000"/>
          </a:schemeClr>
        </a:solidFill>
        <a:solidFill>
          <a:schemeClr val="phClr">
            <a:tint val="50000"/>
          </a:schemeClr>
        </a:solidFill>
        <a:solidFill>
          <a:schemeClr val="phClr">
            <a:shade val="60000"/>
          </a:schemeClr>
        </a:soli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Perception.thmx</Template>
  <TotalTime>1089</TotalTime>
  <Words>292</Words>
  <Application>Microsoft Macintosh PowerPoint</Application>
  <PresentationFormat>On-screen Show (4:3)</PresentationFormat>
  <Paragraphs>37</Paragraphs>
  <Slides>6</Slides>
  <Notes>6</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Perception</vt:lpstr>
      <vt:lpstr>PowerPoint Presentation</vt:lpstr>
      <vt:lpstr>Preview</vt:lpstr>
      <vt:lpstr>Problem</vt:lpstr>
      <vt:lpstr>Solution</vt:lpstr>
      <vt:lpstr>Market Opportunity</vt:lpstr>
      <vt:lpstr>Monetization Strategy</vt:lpstr>
    </vt:vector>
  </TitlesOfParts>
  <Manager/>
  <Company>Cornell</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Pijector</dc:title>
  <dc:subject/>
  <dc:creator>Rob Edell</dc:creator>
  <cp:keywords/>
  <dc:description/>
  <cp:lastModifiedBy>Rob Edell</cp:lastModifiedBy>
  <cp:revision>210</cp:revision>
  <cp:lastPrinted>2013-04-28T10:38:17Z</cp:lastPrinted>
  <dcterms:created xsi:type="dcterms:W3CDTF">2013-04-27T16:59:38Z</dcterms:created>
  <dcterms:modified xsi:type="dcterms:W3CDTF">2013-04-28T12:55:39Z</dcterms:modified>
  <cp:category/>
</cp:coreProperties>
</file>